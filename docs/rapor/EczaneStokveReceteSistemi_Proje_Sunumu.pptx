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13715" y="3229610"/>
            <a:ext cx="8552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Eczane Stok ve Re</a:t>
            </a:r>
            <a:r>
              <a:rPr lang="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ç</a:t>
            </a:r>
            <a:r>
              <a:rPr lang="en-US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ete Yönetim Sistemi</a:t>
            </a:r>
            <a:endParaRPr lang="en-US" altLang="en-US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605280" y="4237355"/>
            <a:ext cx="6079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>
                <a:solidFill>
                  <a:schemeClr val="accent6">
                    <a:lumMod val="40000"/>
                    <a:lumOff val="60000"/>
                  </a:schemeClr>
                </a:solidFill>
              </a:rPr>
              <a:t>Maryam TASKIN &amp; Emani MUSTAFA</a:t>
            </a:r>
            <a:endParaRPr lang="en-US" alt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499995" y="2419985"/>
            <a:ext cx="4580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accent6">
                    <a:lumMod val="75000"/>
                  </a:schemeClr>
                </a:solidFill>
              </a:rPr>
              <a:t>Yaz</a:t>
            </a:r>
            <a:r>
              <a:rPr lang="tr-TR" altLang="en-US" sz="3200" b="1">
                <a:solidFill>
                  <a:schemeClr val="accent6">
                    <a:lumMod val="75000"/>
                  </a:schemeClr>
                </a:solidFill>
              </a:rPr>
              <a:t>ı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tr-TR" altLang="en-US" sz="3200" b="1">
                <a:solidFill>
                  <a:schemeClr val="accent6">
                    <a:lumMod val="75000"/>
                  </a:schemeClr>
                </a:solidFill>
              </a:rPr>
              <a:t>ı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</a:rPr>
              <a:t>m </a:t>
            </a:r>
            <a:r>
              <a:rPr lang="tr-TR" altLang="en-US" sz="3200" b="1">
                <a:solidFill>
                  <a:schemeClr val="accent6">
                    <a:lumMod val="75000"/>
                  </a:schemeClr>
                </a:solidFill>
              </a:rPr>
              <a:t>İ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tr-TR" altLang="en-US" sz="3200" b="1">
                <a:solidFill>
                  <a:schemeClr val="accent6">
                    <a:lumMod val="75000"/>
                  </a:schemeClr>
                </a:solidFill>
              </a:rPr>
              <a:t>ş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</a:rPr>
              <a:t>asi Projesi</a:t>
            </a:r>
            <a:endParaRPr lang="en-US" sz="32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Amacı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51460" y="1259840"/>
            <a:ext cx="8435975" cy="5188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US" sz="2000"/>
              <a:t>Bu projede amac</a:t>
            </a:r>
            <a:r>
              <a:rPr lang="" altLang="en-US" sz="2000"/>
              <a:t>ı</a:t>
            </a:r>
            <a:r>
              <a:rPr lang="en-US" altLang="en-US" sz="2000"/>
              <a:t>m</a:t>
            </a:r>
            <a:r>
              <a:rPr lang="" altLang="en-US" sz="2000"/>
              <a:t>ı</a:t>
            </a:r>
            <a:r>
              <a:rPr lang="en-US" altLang="en-US" sz="2000"/>
              <a:t>z, bir eczanede günlük olarak yap</a:t>
            </a:r>
            <a:r>
              <a:rPr lang="" altLang="en-US" sz="2000"/>
              <a:t>ı</a:t>
            </a:r>
            <a:r>
              <a:rPr lang="en-US" altLang="en-US" sz="2000"/>
              <a:t>lan ila</a:t>
            </a:r>
            <a:r>
              <a:rPr lang="" altLang="en-US" sz="2000"/>
              <a:t>ç</a:t>
            </a:r>
            <a:r>
              <a:rPr lang="en-US" altLang="en-US" sz="2000"/>
              <a:t>–hasta–re</a:t>
            </a:r>
            <a:r>
              <a:rPr lang="" altLang="en-US" sz="2000"/>
              <a:t>ç</a:t>
            </a:r>
            <a:r>
              <a:rPr lang="en-US" altLang="en-US" sz="2000"/>
              <a:t>ete i</a:t>
            </a:r>
            <a:r>
              <a:rPr lang="" altLang="en-US" sz="2000"/>
              <a:t>ş</a:t>
            </a:r>
            <a:r>
              <a:rPr lang="en-US" altLang="en-US" sz="2000"/>
              <a:t>lemlerini daha düzenli, tutarl</a:t>
            </a:r>
            <a:r>
              <a:rPr lang="" altLang="en-US" sz="2000"/>
              <a:t>ı</a:t>
            </a:r>
            <a:r>
              <a:rPr lang="en-US" altLang="en-US" sz="2000"/>
              <a:t> ve kontrol edilebilir hale getirmek.</a:t>
            </a:r>
            <a:endParaRPr lang="en-US" altLang="en-US" sz="2000"/>
          </a:p>
          <a:p>
            <a:pPr algn="l"/>
            <a:endParaRPr lang="en-US" altLang="en-US" sz="2000"/>
          </a:p>
          <a:p>
            <a:pPr algn="l"/>
            <a:r>
              <a:rPr lang="en-US" altLang="en-US" sz="2000"/>
              <a:t>Ger</a:t>
            </a:r>
            <a:r>
              <a:rPr lang="" altLang="en-US" sz="2000"/>
              <a:t>ç</a:t>
            </a:r>
            <a:r>
              <a:rPr lang="en-US" altLang="en-US" sz="2000"/>
              <a:t>ek hayatta eczanelerde en s</a:t>
            </a:r>
            <a:r>
              <a:rPr lang="" altLang="en-US" sz="2000"/>
              <a:t>ı</a:t>
            </a:r>
            <a:r>
              <a:rPr lang="en-US" altLang="en-US" sz="2000"/>
              <a:t>k ya</a:t>
            </a:r>
            <a:r>
              <a:rPr lang="" altLang="en-US" sz="2000"/>
              <a:t>ş</a:t>
            </a:r>
            <a:r>
              <a:rPr lang="en-US" altLang="en-US" sz="2000"/>
              <a:t>anan sorunlar; stoklar</a:t>
            </a:r>
            <a:r>
              <a:rPr lang="" altLang="en-US" sz="2000"/>
              <a:t>ı</a:t>
            </a:r>
            <a:r>
              <a:rPr lang="en-US" altLang="en-US" sz="2000"/>
              <a:t>n kar</a:t>
            </a:r>
            <a:r>
              <a:rPr lang="" altLang="en-US" sz="2000"/>
              <a:t>ış</a:t>
            </a:r>
            <a:r>
              <a:rPr lang="en-US" altLang="en-US" sz="2000"/>
              <a:t>mas</a:t>
            </a:r>
            <a:r>
              <a:rPr lang="" altLang="en-US" sz="2000"/>
              <a:t>ı</a:t>
            </a:r>
            <a:r>
              <a:rPr lang="en-US" altLang="en-US" sz="2000"/>
              <a:t>, yanl</a:t>
            </a:r>
            <a:r>
              <a:rPr lang="" altLang="en-US" sz="2000"/>
              <a:t>ış</a:t>
            </a:r>
            <a:r>
              <a:rPr lang="en-US" altLang="en-US" sz="2000"/>
              <a:t> ila</a:t>
            </a:r>
            <a:r>
              <a:rPr lang="" altLang="en-US" sz="2000"/>
              <a:t>ç</a:t>
            </a:r>
            <a:r>
              <a:rPr lang="en-US" altLang="en-US" sz="2000"/>
              <a:t> verilmesi, re</a:t>
            </a:r>
            <a:r>
              <a:rPr lang="" altLang="en-US" sz="2000"/>
              <a:t>ç</a:t>
            </a:r>
            <a:r>
              <a:rPr lang="en-US" altLang="en-US" sz="2000"/>
              <a:t>etenin düzgün takip edilememesi ve kay</a:t>
            </a:r>
            <a:r>
              <a:rPr lang="" altLang="en-US" sz="2000"/>
              <a:t>ı</a:t>
            </a:r>
            <a:r>
              <a:rPr lang="en-US" altLang="en-US" sz="2000"/>
              <a:t>tlar</a:t>
            </a:r>
            <a:r>
              <a:rPr lang="" altLang="en-US" sz="2000"/>
              <a:t>ı</a:t>
            </a:r>
            <a:r>
              <a:rPr lang="en-US" altLang="en-US" sz="2000"/>
              <a:t>n da</a:t>
            </a:r>
            <a:r>
              <a:rPr lang="" altLang="en-US" sz="2000"/>
              <a:t>ğı</a:t>
            </a:r>
            <a:r>
              <a:rPr lang="en-US" altLang="en-US" sz="2000"/>
              <a:t>n</a:t>
            </a:r>
            <a:r>
              <a:rPr lang="" altLang="en-US" sz="2000"/>
              <a:t>ı</a:t>
            </a:r>
            <a:r>
              <a:rPr lang="en-US" altLang="en-US" sz="2000"/>
              <a:t>k olmas</a:t>
            </a:r>
            <a:r>
              <a:rPr lang="" altLang="en-US" sz="2000"/>
              <a:t>ı</a:t>
            </a:r>
            <a:r>
              <a:rPr lang="en-US" altLang="en-US" sz="2000"/>
              <a:t>. Biz bu sistemle </a:t>
            </a:r>
            <a:r>
              <a:rPr lang="" altLang="en-US" sz="2000"/>
              <a:t>ş</a:t>
            </a:r>
            <a:r>
              <a:rPr lang="en-US" altLang="en-US" sz="2000"/>
              <a:t>unu hedefledik:</a:t>
            </a:r>
            <a:endParaRPr lang="en-US" altLang="en-US" sz="2000"/>
          </a:p>
          <a:p>
            <a:pPr algn="l"/>
            <a:endParaRPr lang="en-US" altLang="en-US" sz="2000"/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" altLang="en-US" sz="2000"/>
              <a:t>İ</a:t>
            </a:r>
            <a:r>
              <a:rPr lang="en-US" altLang="en-US" sz="2000"/>
              <a:t>la</a:t>
            </a:r>
            <a:r>
              <a:rPr lang="" altLang="en-US" sz="2000"/>
              <a:t>ç</a:t>
            </a:r>
            <a:r>
              <a:rPr lang="en-US" altLang="en-US" sz="2000"/>
              <a:t>lar</a:t>
            </a:r>
            <a:r>
              <a:rPr lang="" altLang="en-US" sz="2000"/>
              <a:t>ı</a:t>
            </a:r>
            <a:r>
              <a:rPr lang="en-US" altLang="en-US" sz="2000"/>
              <a:t>n stok bilgisini sistematik </a:t>
            </a:r>
            <a:r>
              <a:rPr lang="" altLang="en-US" sz="2000"/>
              <a:t>ş</a:t>
            </a:r>
            <a:r>
              <a:rPr lang="en-US" altLang="en-US" sz="2000"/>
              <a:t>ekilde tutmak,</a:t>
            </a:r>
            <a:endParaRPr lang="en-US" altLang="en-US" sz="2000"/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/>
              <a:t>Hastalar</a:t>
            </a:r>
            <a:r>
              <a:rPr lang="" altLang="en-US" sz="2000"/>
              <a:t>ı</a:t>
            </a:r>
            <a:r>
              <a:rPr lang="en-US" altLang="en-US" sz="2000"/>
              <a:t>n temel bilgilerini kaydetmek ve gerekti</a:t>
            </a:r>
            <a:r>
              <a:rPr lang="" altLang="en-US" sz="2000"/>
              <a:t>ğ</a:t>
            </a:r>
            <a:r>
              <a:rPr lang="en-US" altLang="en-US" sz="2000"/>
              <a:t>inde h</a:t>
            </a:r>
            <a:r>
              <a:rPr lang="" altLang="en-US" sz="2000"/>
              <a:t>ı</a:t>
            </a:r>
            <a:r>
              <a:rPr lang="en-US" altLang="en-US" sz="2000"/>
              <a:t>zl</a:t>
            </a:r>
            <a:r>
              <a:rPr lang="" altLang="en-US" sz="2000"/>
              <a:t>ı</a:t>
            </a:r>
            <a:r>
              <a:rPr lang="en-US" altLang="en-US" sz="2000"/>
              <a:t>ca eri</a:t>
            </a:r>
            <a:r>
              <a:rPr lang="" altLang="en-US" sz="2000"/>
              <a:t>ş</a:t>
            </a:r>
            <a:r>
              <a:rPr lang="en-US" altLang="en-US" sz="2000"/>
              <a:t>mek,</a:t>
            </a:r>
            <a:endParaRPr lang="en-US" altLang="en-US" sz="2000"/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/>
              <a:t>Re</a:t>
            </a:r>
            <a:r>
              <a:rPr lang="" altLang="en-US" sz="2000"/>
              <a:t>ç</a:t>
            </a:r>
            <a:r>
              <a:rPr lang="en-US" altLang="en-US" sz="2000"/>
              <a:t>ete olu</a:t>
            </a:r>
            <a:r>
              <a:rPr lang="" altLang="en-US" sz="2000"/>
              <a:t>ş</a:t>
            </a:r>
            <a:r>
              <a:rPr lang="en-US" altLang="en-US" sz="2000"/>
              <a:t>turma sürecini ad</a:t>
            </a:r>
            <a:r>
              <a:rPr lang="" altLang="en-US" sz="2000"/>
              <a:t>ı</a:t>
            </a:r>
            <a:r>
              <a:rPr lang="en-US" altLang="en-US" sz="2000"/>
              <a:t>m ad</a:t>
            </a:r>
            <a:r>
              <a:rPr lang="" altLang="en-US" sz="2000"/>
              <a:t>ı</a:t>
            </a:r>
            <a:r>
              <a:rPr lang="en-US" altLang="en-US" sz="2000"/>
              <a:t>m yönetmek,</a:t>
            </a:r>
            <a:endParaRPr lang="en-US" altLang="en-US" sz="2000"/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/>
              <a:t>Re</a:t>
            </a:r>
            <a:r>
              <a:rPr lang="" altLang="en-US" sz="2000"/>
              <a:t>ç</a:t>
            </a:r>
            <a:r>
              <a:rPr lang="en-US" altLang="en-US" sz="2000"/>
              <a:t>ete yaz</a:t>
            </a:r>
            <a:r>
              <a:rPr lang="" altLang="en-US" sz="2000"/>
              <a:t>ı</a:t>
            </a:r>
            <a:r>
              <a:rPr lang="en-US" altLang="en-US" sz="2000"/>
              <a:t>ld</a:t>
            </a:r>
            <a:r>
              <a:rPr lang="" altLang="en-US" sz="2000"/>
              <a:t>ığı</a:t>
            </a:r>
            <a:r>
              <a:rPr lang="en-US" altLang="en-US" sz="2000"/>
              <a:t>nda stok kontrolünü otomatik yapmak ve gerekli durumlarda stoktan dü</a:t>
            </a:r>
            <a:r>
              <a:rPr lang="" altLang="en-US" sz="2000"/>
              <a:t>ş</a:t>
            </a:r>
            <a:r>
              <a:rPr lang="en-US" altLang="en-US" sz="2000"/>
              <a:t>mek,</a:t>
            </a:r>
            <a:endParaRPr lang="en-US" altLang="en-US" sz="2000"/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2000"/>
              <a:t>Böylece hem hata ihtimalini azaltmak hem de i</a:t>
            </a:r>
            <a:r>
              <a:rPr lang="" altLang="en-US" sz="2000"/>
              <a:t>ş</a:t>
            </a:r>
            <a:r>
              <a:rPr lang="en-US" altLang="en-US" sz="2000"/>
              <a:t>lemleri h</a:t>
            </a:r>
            <a:r>
              <a:rPr lang="" altLang="en-US" sz="2000"/>
              <a:t>ı</a:t>
            </a:r>
            <a:r>
              <a:rPr lang="en-US" altLang="en-US" sz="2000"/>
              <a:t>zland</a:t>
            </a:r>
            <a:r>
              <a:rPr lang="" altLang="en-US" sz="2000"/>
              <a:t>ı</a:t>
            </a:r>
            <a:r>
              <a:rPr lang="en-US" altLang="en-US" sz="2000"/>
              <a:t>rmak.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Kullanılan Teknolojiler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57200" y="1325880"/>
            <a:ext cx="82378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2000"/>
              <a:t>Bu projeyi C++ ile geli</a:t>
            </a:r>
            <a:r>
              <a:rPr lang="" altLang="en-US" sz="2000"/>
              <a:t>ş</a:t>
            </a:r>
            <a:r>
              <a:rPr lang="en-US" altLang="en-US" sz="2000"/>
              <a:t>tirdik. C++ se</a:t>
            </a:r>
            <a:r>
              <a:rPr lang="" altLang="en-US" sz="2000"/>
              <a:t>ç</a:t>
            </a:r>
            <a:r>
              <a:rPr lang="en-US" altLang="en-US" sz="2000"/>
              <a:t>memizin nedeni; nesne yönelimli programlamay</a:t>
            </a:r>
            <a:r>
              <a:rPr lang="" altLang="en-US" sz="2000"/>
              <a:t>ı</a:t>
            </a:r>
            <a:r>
              <a:rPr lang="en-US" altLang="en-US" sz="2000"/>
              <a:t> (class–object yap</a:t>
            </a:r>
            <a:r>
              <a:rPr lang="" altLang="en-US" sz="2000"/>
              <a:t>ı</a:t>
            </a:r>
            <a:r>
              <a:rPr lang="en-US" altLang="en-US" sz="2000"/>
              <a:t>s</a:t>
            </a:r>
            <a:r>
              <a:rPr lang="" altLang="en-US" sz="2000"/>
              <a:t>ı</a:t>
            </a:r>
            <a:r>
              <a:rPr lang="en-US" altLang="en-US" sz="2000"/>
              <a:t>n</a:t>
            </a:r>
            <a:r>
              <a:rPr lang="" altLang="en-US" sz="2000"/>
              <a:t>ı</a:t>
            </a:r>
            <a:r>
              <a:rPr lang="en-US" altLang="en-US" sz="2000"/>
              <a:t>) net </a:t>
            </a:r>
            <a:r>
              <a:rPr lang="" altLang="en-US" sz="2000"/>
              <a:t>ş</a:t>
            </a:r>
            <a:r>
              <a:rPr lang="en-US" altLang="en-US" sz="2000"/>
              <a:t>ekilde uygulayabilmemiz ve dosya i</a:t>
            </a:r>
            <a:r>
              <a:rPr lang="" altLang="en-US" sz="2000"/>
              <a:t>ş</a:t>
            </a:r>
            <a:r>
              <a:rPr lang="en-US" altLang="en-US" sz="2000"/>
              <a:t>lemleriyle kolayca veri saklayabilmemiz.</a:t>
            </a:r>
            <a:endParaRPr lang="en-US" altLang="en-US" sz="2000"/>
          </a:p>
          <a:p>
            <a:pPr algn="l"/>
            <a:endParaRPr lang="en-US" altLang="en-US" sz="2000"/>
          </a:p>
          <a:p>
            <a:pPr algn="l"/>
            <a:r>
              <a:rPr lang="en-US" altLang="en-US" sz="2000"/>
              <a:t>Veri saklama taraf</a:t>
            </a:r>
            <a:r>
              <a:rPr lang="" altLang="en-US" sz="2000"/>
              <a:t>ı</a:t>
            </a:r>
            <a:r>
              <a:rPr lang="en-US" altLang="en-US" sz="2000"/>
              <a:t>nda bir veritaban</a:t>
            </a:r>
            <a:r>
              <a:rPr lang="" altLang="en-US" sz="2000"/>
              <a:t>ı</a:t>
            </a:r>
            <a:r>
              <a:rPr lang="en-US" altLang="en-US" sz="2000"/>
              <a:t> kullanmad</a:t>
            </a:r>
            <a:r>
              <a:rPr lang="" altLang="en-US" sz="2000"/>
              <a:t>ı</a:t>
            </a:r>
            <a:r>
              <a:rPr lang="en-US" altLang="en-US" sz="2000"/>
              <a:t>k; yani DB yok. Bunun yerine verileri TXT dosyalar</a:t>
            </a:r>
            <a:r>
              <a:rPr lang="" altLang="en-US" sz="2000"/>
              <a:t>ı</a:t>
            </a:r>
            <a:r>
              <a:rPr lang="en-US" altLang="en-US" sz="2000"/>
              <a:t>nda tuttuk. Buradaki yakla</a:t>
            </a:r>
            <a:r>
              <a:rPr lang="" altLang="en-US" sz="2000"/>
              <a:t>şı</a:t>
            </a:r>
            <a:r>
              <a:rPr lang="en-US" altLang="en-US" sz="2000"/>
              <a:t>m </a:t>
            </a:r>
            <a:r>
              <a:rPr lang="" altLang="en-US" sz="2000"/>
              <a:t>ş</a:t>
            </a:r>
            <a:r>
              <a:rPr lang="en-US" altLang="en-US" sz="2000"/>
              <a:t>u:</a:t>
            </a:r>
            <a:endParaRPr lang="en-US" altLang="en-US" sz="2000"/>
          </a:p>
          <a:p>
            <a:pPr algn="l"/>
            <a:endParaRPr lang="en-US" altLang="en-US" sz="2000"/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000"/>
              <a:t>Program kapansa bile veriler kaybolmas</a:t>
            </a:r>
            <a:r>
              <a:rPr lang="" altLang="en-US" sz="2000"/>
              <a:t>ı</a:t>
            </a:r>
            <a:r>
              <a:rPr lang="en-US" altLang="en-US" sz="2000"/>
              <a:t>n diye,</a:t>
            </a:r>
            <a:endParaRPr lang="en-US" altLang="en-US" sz="2000"/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000"/>
              <a:t>ila</a:t>
            </a:r>
            <a:r>
              <a:rPr lang="" altLang="en-US" sz="2000"/>
              <a:t>ç</a:t>
            </a:r>
            <a:r>
              <a:rPr lang="en-US" altLang="en-US" sz="2000"/>
              <a:t>lar, hastalar ve re</a:t>
            </a:r>
            <a:r>
              <a:rPr lang="" altLang="en-US" sz="2000"/>
              <a:t>ç</a:t>
            </a:r>
            <a:r>
              <a:rPr lang="en-US" altLang="en-US" sz="2000"/>
              <a:t>eteler gibi bilgileri düz metin dosyalar</a:t>
            </a:r>
            <a:r>
              <a:rPr lang="" altLang="en-US" sz="2000"/>
              <a:t>ı</a:t>
            </a:r>
            <a:r>
              <a:rPr lang="en-US" altLang="en-US" sz="2000"/>
              <a:t>na yaz</a:t>
            </a:r>
            <a:r>
              <a:rPr lang="" altLang="en-US" sz="2000"/>
              <a:t>ı</a:t>
            </a:r>
            <a:r>
              <a:rPr lang="en-US" altLang="en-US" sz="2000"/>
              <a:t>yoruz,</a:t>
            </a:r>
            <a:endParaRPr lang="en-US" altLang="en-US" sz="2000"/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000"/>
              <a:t>program tekrar a</a:t>
            </a:r>
            <a:r>
              <a:rPr lang="" altLang="en-US" sz="2000"/>
              <a:t>çı</a:t>
            </a:r>
            <a:r>
              <a:rPr lang="en-US" altLang="en-US" sz="2000"/>
              <a:t>ld</a:t>
            </a:r>
            <a:r>
              <a:rPr lang="" altLang="en-US" sz="2000"/>
              <a:t>ığı</a:t>
            </a:r>
            <a:r>
              <a:rPr lang="en-US" altLang="en-US" sz="2000"/>
              <a:t>nda da bu dosyalardan okuyarak sistemi yeniden olu</a:t>
            </a:r>
            <a:r>
              <a:rPr lang="" altLang="en-US" sz="2000"/>
              <a:t>ş</a:t>
            </a:r>
            <a:r>
              <a:rPr lang="en-US" altLang="en-US" sz="2000"/>
              <a:t>turuyoruz.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Aktörü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57200" y="1513205"/>
            <a:ext cx="76663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Bu sistemde tek bir sistem aktörü bulunmaktad</a:t>
            </a:r>
            <a:r>
              <a:rPr lang="" altLang="en-US" sz="2400"/>
              <a:t>ı</a:t>
            </a:r>
            <a:r>
              <a:rPr lang="en-US" altLang="en-US" sz="2400"/>
              <a:t>r ve bu aktör eczac</a:t>
            </a:r>
            <a:r>
              <a:rPr lang="" altLang="en-US" sz="2400"/>
              <a:t>ı</a:t>
            </a:r>
            <a:r>
              <a:rPr lang="en-US" altLang="en-US" sz="2400"/>
              <a:t>d</a:t>
            </a:r>
            <a:r>
              <a:rPr lang="" altLang="en-US" sz="2400"/>
              <a:t>ı</a:t>
            </a:r>
            <a:r>
              <a:rPr lang="en-US" altLang="en-US" sz="2400"/>
              <a:t>r.</a:t>
            </a:r>
            <a:endParaRPr lang="en-US" altLang="en-US" sz="2400"/>
          </a:p>
          <a:p>
            <a:r>
              <a:rPr lang="en-US" altLang="en-US" sz="2400"/>
              <a:t>Eczac</a:t>
            </a:r>
            <a:r>
              <a:rPr lang="" altLang="en-US" sz="2400"/>
              <a:t>ı</a:t>
            </a:r>
            <a:r>
              <a:rPr lang="en-US" altLang="en-US" sz="2400"/>
              <a:t>; ila</a:t>
            </a:r>
            <a:r>
              <a:rPr lang="" altLang="en-US" sz="2400"/>
              <a:t>ç</a:t>
            </a:r>
            <a:r>
              <a:rPr lang="en-US" altLang="en-US" sz="2400"/>
              <a:t> ekleme, hasta ekleme, re</a:t>
            </a:r>
            <a:r>
              <a:rPr lang="" altLang="en-US" sz="2400"/>
              <a:t>ç</a:t>
            </a:r>
            <a:r>
              <a:rPr lang="en-US" altLang="en-US" sz="2400"/>
              <a:t>ete olu</a:t>
            </a:r>
            <a:r>
              <a:rPr lang="" altLang="en-US" sz="2400"/>
              <a:t>ş</a:t>
            </a:r>
            <a:r>
              <a:rPr lang="en-US" altLang="en-US" sz="2400"/>
              <a:t>turma ve stok takibi gibi tüm i</a:t>
            </a:r>
            <a:r>
              <a:rPr lang="" altLang="en-US" sz="2400"/>
              <a:t>ş</a:t>
            </a:r>
            <a:r>
              <a:rPr lang="en-US" altLang="en-US" sz="2400"/>
              <a:t>lemleri sistem üzerinden ger</a:t>
            </a:r>
            <a:r>
              <a:rPr lang="" altLang="en-US" sz="2400"/>
              <a:t>ç</a:t>
            </a:r>
            <a:r>
              <a:rPr lang="en-US" altLang="en-US" sz="2400"/>
              <a:t>ekle</a:t>
            </a:r>
            <a:r>
              <a:rPr lang="" altLang="en-US" sz="2400"/>
              <a:t>ş</a:t>
            </a:r>
            <a:r>
              <a:rPr lang="en-US" altLang="en-US" sz="2400"/>
              <a:t>tirir.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Sistemde farkl</a:t>
            </a:r>
            <a:r>
              <a:rPr lang="" altLang="en-US" sz="2400"/>
              <a:t>ı</a:t>
            </a:r>
            <a:r>
              <a:rPr lang="en-US" altLang="en-US" sz="2400"/>
              <a:t> kullan</a:t>
            </a:r>
            <a:r>
              <a:rPr lang="" altLang="en-US" sz="2400"/>
              <a:t>ı</a:t>
            </a:r>
            <a:r>
              <a:rPr lang="en-US" altLang="en-US" sz="2400"/>
              <a:t>c</a:t>
            </a:r>
            <a:r>
              <a:rPr lang="" altLang="en-US" sz="2400"/>
              <a:t>ı</a:t>
            </a:r>
            <a:r>
              <a:rPr lang="en-US" altLang="en-US" sz="2400"/>
              <a:t> rolleri yoktur, bu nedenle yetkilendirme yap</a:t>
            </a:r>
            <a:r>
              <a:rPr lang="" altLang="en-US" sz="2400"/>
              <a:t>ı</a:t>
            </a:r>
            <a:r>
              <a:rPr lang="en-US" altLang="en-US" sz="2400"/>
              <a:t>s</a:t>
            </a:r>
            <a:r>
              <a:rPr lang="" altLang="en-US" sz="2400"/>
              <a:t>ı</a:t>
            </a:r>
            <a:r>
              <a:rPr lang="en-US" altLang="en-US" sz="2400"/>
              <a:t> sade tutulmu</a:t>
            </a:r>
            <a:r>
              <a:rPr lang="" altLang="en-US" sz="2400"/>
              <a:t>ş</a:t>
            </a:r>
            <a:r>
              <a:rPr lang="en-US" altLang="en-US" sz="2400"/>
              <a:t>tur.</a:t>
            </a:r>
            <a:endParaRPr lang="en-US" altLang="en-US" sz="2400"/>
          </a:p>
          <a:p>
            <a:r>
              <a:rPr lang="en-US" altLang="en-US" sz="2400"/>
              <a:t>Bu yakla</a:t>
            </a:r>
            <a:r>
              <a:rPr lang="" altLang="en-US" sz="2400"/>
              <a:t>şı</a:t>
            </a:r>
            <a:r>
              <a:rPr lang="en-US" altLang="en-US" sz="2400"/>
              <a:t>m, sistemi hem daha basit hem de ders kapsam</a:t>
            </a:r>
            <a:r>
              <a:rPr lang="" altLang="en-US" sz="2400"/>
              <a:t>ı</a:t>
            </a:r>
            <a:r>
              <a:rPr lang="en-US" altLang="en-US" sz="2400"/>
              <a:t>na uygun hale getirmi</a:t>
            </a:r>
            <a:r>
              <a:rPr lang="" altLang="en-US" sz="2400"/>
              <a:t>ş</a:t>
            </a:r>
            <a:r>
              <a:rPr lang="en-US" altLang="en-US" sz="2400"/>
              <a:t>tir.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 Fonksiyonlar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49580" y="1461135"/>
            <a:ext cx="82283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Proje Ne Yap</a:t>
            </a:r>
            <a:r>
              <a:rPr lang="" altLang="en-US" sz="2400"/>
              <a:t>ı</a:t>
            </a:r>
            <a:r>
              <a:rPr lang="en-US" altLang="en-US" sz="2400"/>
              <a:t>yor?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Bu proje temel olarak bir eczanede yap</a:t>
            </a:r>
            <a:r>
              <a:rPr lang="" altLang="en-US" sz="2400"/>
              <a:t>ı</a:t>
            </a:r>
            <a:r>
              <a:rPr lang="en-US" altLang="en-US" sz="2400"/>
              <a:t>lan ana i</a:t>
            </a:r>
            <a:r>
              <a:rPr lang="" altLang="en-US" sz="2400"/>
              <a:t>ş</a:t>
            </a:r>
            <a:r>
              <a:rPr lang="en-US" altLang="en-US" sz="2400"/>
              <a:t>lemleri kaps</a:t>
            </a:r>
            <a:r>
              <a:rPr lang="" altLang="en-US" sz="2400"/>
              <a:t>ı</a:t>
            </a:r>
            <a:r>
              <a:rPr lang="en-US" altLang="en-US" sz="2400"/>
              <a:t>yor.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Sistem; ila</a:t>
            </a:r>
            <a:r>
              <a:rPr lang="" altLang="en-US" sz="2400"/>
              <a:t>ç</a:t>
            </a:r>
            <a:r>
              <a:rPr lang="en-US" altLang="en-US" sz="2400"/>
              <a:t> ekleme ve listeleme, hasta ekleme ve listeleme,</a:t>
            </a:r>
            <a:endParaRPr lang="en-US" altLang="en-US" sz="2400"/>
          </a:p>
          <a:p>
            <a:r>
              <a:rPr lang="en-US" altLang="en-US" sz="2400"/>
              <a:t>re</a:t>
            </a:r>
            <a:r>
              <a:rPr lang="" altLang="en-US" sz="2400"/>
              <a:t>ç</a:t>
            </a:r>
            <a:r>
              <a:rPr lang="en-US" altLang="en-US" sz="2400"/>
              <a:t>ete olu</a:t>
            </a:r>
            <a:r>
              <a:rPr lang="" altLang="en-US" sz="2400"/>
              <a:t>ş</a:t>
            </a:r>
            <a:r>
              <a:rPr lang="en-US" altLang="en-US" sz="2400"/>
              <a:t>turma ve re</a:t>
            </a:r>
            <a:r>
              <a:rPr lang="" altLang="en-US" sz="2400"/>
              <a:t>ç</a:t>
            </a:r>
            <a:r>
              <a:rPr lang="en-US" altLang="en-US" sz="2400"/>
              <a:t>ete listeleme i</a:t>
            </a:r>
            <a:r>
              <a:rPr lang="" altLang="en-US" sz="2400"/>
              <a:t>ş</a:t>
            </a:r>
            <a:r>
              <a:rPr lang="en-US" altLang="en-US" sz="2400"/>
              <a:t>lemlerini yap</a:t>
            </a:r>
            <a:r>
              <a:rPr lang="" altLang="en-US" sz="2400"/>
              <a:t>ı</a:t>
            </a:r>
            <a:r>
              <a:rPr lang="en-US" altLang="en-US" sz="2400"/>
              <a:t>yor.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Ayr</a:t>
            </a:r>
            <a:r>
              <a:rPr lang="" altLang="en-US" sz="2400"/>
              <a:t>ı</a:t>
            </a:r>
            <a:r>
              <a:rPr lang="en-US" altLang="en-US" sz="2400"/>
              <a:t>ca re</a:t>
            </a:r>
            <a:r>
              <a:rPr lang="" altLang="en-US" sz="2400"/>
              <a:t>ç</a:t>
            </a:r>
            <a:r>
              <a:rPr lang="en-US" altLang="en-US" sz="2400"/>
              <a:t>ete olu</a:t>
            </a:r>
            <a:r>
              <a:rPr lang="" altLang="en-US" sz="2400"/>
              <a:t>ş</a:t>
            </a:r>
            <a:r>
              <a:rPr lang="en-US" altLang="en-US" sz="2400"/>
              <a:t>turulurken stok kontrolü yap</a:t>
            </a:r>
            <a:r>
              <a:rPr lang="" altLang="en-US" sz="2400"/>
              <a:t>ı</a:t>
            </a:r>
            <a:r>
              <a:rPr lang="en-US" altLang="en-US" sz="2400"/>
              <a:t>l</a:t>
            </a:r>
            <a:r>
              <a:rPr lang="" altLang="en-US" sz="2400"/>
              <a:t>ı</a:t>
            </a:r>
            <a:r>
              <a:rPr lang="en-US" altLang="en-US" sz="2400"/>
              <a:t>yor ve i</a:t>
            </a:r>
            <a:r>
              <a:rPr lang="" altLang="en-US" sz="2400"/>
              <a:t>ş</a:t>
            </a:r>
            <a:r>
              <a:rPr lang="en-US" altLang="en-US" sz="2400"/>
              <a:t>lem ba</a:t>
            </a:r>
            <a:r>
              <a:rPr lang="" altLang="en-US" sz="2400"/>
              <a:t>ş</a:t>
            </a:r>
            <a:r>
              <a:rPr lang="en-US" altLang="en-US" sz="2400"/>
              <a:t>ar</a:t>
            </a:r>
            <a:r>
              <a:rPr lang="" altLang="en-US" sz="2400"/>
              <a:t>ı</a:t>
            </a:r>
            <a:r>
              <a:rPr lang="en-US" altLang="en-US" sz="2400"/>
              <a:t>l</a:t>
            </a:r>
            <a:r>
              <a:rPr lang="" altLang="en-US" sz="2400"/>
              <a:t>ı</a:t>
            </a:r>
            <a:r>
              <a:rPr lang="en-US" altLang="en-US" sz="2400"/>
              <a:t>ysa stok otomatik olarak dü</a:t>
            </a:r>
            <a:r>
              <a:rPr lang="" altLang="en-US" sz="2400"/>
              <a:t>ş</a:t>
            </a:r>
            <a:r>
              <a:rPr lang="en-US" altLang="en-US" sz="2400"/>
              <a:t>ürülüyor.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Yani i</a:t>
            </a:r>
            <a:r>
              <a:rPr lang="" altLang="en-US" sz="2400"/>
              <a:t>ş</a:t>
            </a:r>
            <a:r>
              <a:rPr lang="en-US" altLang="en-US" sz="2400"/>
              <a:t>lemler hem düzenli hem de kontrollü </a:t>
            </a:r>
            <a:r>
              <a:rPr lang="" altLang="en-US" sz="2400"/>
              <a:t>ş</a:t>
            </a:r>
            <a:r>
              <a:rPr lang="en-US" altLang="en-US" sz="2400"/>
              <a:t>ekilde ilerliyor.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Akışı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56565" y="1282700"/>
            <a:ext cx="8206105" cy="37630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400"/>
              <a:t>Programın Rutini</a:t>
            </a:r>
            <a:endParaRPr sz="2400"/>
          </a:p>
          <a:p>
            <a:endParaRPr sz="2400"/>
          </a:p>
          <a:p>
            <a:r>
              <a:rPr lang="en-US" altLang="en-US" sz="2400"/>
              <a:t>Program </a:t>
            </a:r>
            <a:r>
              <a:rPr lang="" altLang="en-US" sz="2400"/>
              <a:t>ç</a:t>
            </a:r>
            <a:r>
              <a:rPr lang="en-US" altLang="en-US" sz="2400"/>
              <a:t>al</a:t>
            </a:r>
            <a:r>
              <a:rPr lang="" altLang="en-US" sz="2400"/>
              <a:t>ış</a:t>
            </a:r>
            <a:r>
              <a:rPr lang="en-US" altLang="en-US" sz="2400"/>
              <a:t>t</a:t>
            </a:r>
            <a:r>
              <a:rPr lang="" altLang="en-US" sz="2400"/>
              <a:t>ığı</a:t>
            </a:r>
            <a:r>
              <a:rPr lang="en-US" altLang="en-US" sz="2400"/>
              <a:t>nda ilk olarak ana menü ekrana geliyor.</a:t>
            </a:r>
            <a:endParaRPr lang="en-US" altLang="en-US" sz="2400"/>
          </a:p>
          <a:p>
            <a:r>
              <a:rPr lang="en-US" altLang="en-US" sz="2400"/>
              <a:t>Bu menü bir döngü i</a:t>
            </a:r>
            <a:r>
              <a:rPr lang="" altLang="en-US" sz="2400"/>
              <a:t>ç</a:t>
            </a:r>
            <a:r>
              <a:rPr lang="en-US" altLang="en-US" sz="2400"/>
              <a:t>inde </a:t>
            </a:r>
            <a:r>
              <a:rPr lang="" altLang="en-US" sz="2400"/>
              <a:t>ç</a:t>
            </a:r>
            <a:r>
              <a:rPr lang="en-US" altLang="en-US" sz="2400"/>
              <a:t>al</a:t>
            </a:r>
            <a:r>
              <a:rPr lang="" altLang="en-US" sz="2400"/>
              <a:t>ışı</a:t>
            </a:r>
            <a:r>
              <a:rPr lang="en-US" altLang="en-US" sz="2400"/>
              <a:t>yor.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Kullan</a:t>
            </a:r>
            <a:r>
              <a:rPr lang="" altLang="en-US" sz="2400"/>
              <a:t>ı</a:t>
            </a:r>
            <a:r>
              <a:rPr lang="en-US" altLang="en-US" sz="2400"/>
              <a:t>c</a:t>
            </a:r>
            <a:r>
              <a:rPr lang="" altLang="en-US" sz="2400"/>
              <a:t>ı</a:t>
            </a:r>
            <a:r>
              <a:rPr lang="en-US" altLang="en-US" sz="2400"/>
              <a:t> bir se</a:t>
            </a:r>
            <a:r>
              <a:rPr lang="" altLang="en-US" sz="2400"/>
              <a:t>ç</a:t>
            </a:r>
            <a:r>
              <a:rPr lang="en-US" altLang="en-US" sz="2400"/>
              <a:t>im yap</a:t>
            </a:r>
            <a:r>
              <a:rPr lang="" altLang="en-US" sz="2400"/>
              <a:t>ı</a:t>
            </a:r>
            <a:r>
              <a:rPr lang="en-US" altLang="en-US" sz="2400"/>
              <a:t>yor, ilgili i</a:t>
            </a:r>
            <a:r>
              <a:rPr lang="" altLang="en-US" sz="2400"/>
              <a:t>ş</a:t>
            </a:r>
            <a:r>
              <a:rPr lang="en-US" altLang="en-US" sz="2400"/>
              <a:t>lem </a:t>
            </a:r>
            <a:r>
              <a:rPr lang="" altLang="en-US" sz="2400"/>
              <a:t>ç</a:t>
            </a:r>
            <a:r>
              <a:rPr lang="en-US" altLang="en-US" sz="2400"/>
              <a:t>al</a:t>
            </a:r>
            <a:r>
              <a:rPr lang="" altLang="en-US" sz="2400"/>
              <a:t>ışı</a:t>
            </a:r>
            <a:r>
              <a:rPr lang="en-US" altLang="en-US" sz="2400"/>
              <a:t>yor ve i</a:t>
            </a:r>
            <a:r>
              <a:rPr lang="" altLang="en-US" sz="2400"/>
              <a:t>ş</a:t>
            </a:r>
            <a:r>
              <a:rPr lang="en-US" altLang="en-US" sz="2400"/>
              <a:t>lem bittikten sonra tekrar ana menüye dönülüyor.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Her menü se</a:t>
            </a:r>
            <a:r>
              <a:rPr lang="" altLang="en-US" sz="2400"/>
              <a:t>ç</a:t>
            </a:r>
            <a:r>
              <a:rPr lang="en-US" altLang="en-US" sz="2400"/>
              <a:t>imi, arka planda ilgili fonksiyonu </a:t>
            </a:r>
            <a:r>
              <a:rPr lang="" altLang="en-US" sz="2400"/>
              <a:t>ç</a:t>
            </a:r>
            <a:r>
              <a:rPr lang="en-US" altLang="en-US" sz="2400"/>
              <a:t>a</a:t>
            </a:r>
            <a:r>
              <a:rPr lang="" altLang="en-US" sz="2400"/>
              <a:t>ğı</a:t>
            </a:r>
            <a:r>
              <a:rPr lang="en-US" altLang="en-US" sz="2400"/>
              <a:t>r</a:t>
            </a:r>
            <a:r>
              <a:rPr lang="" altLang="en-US" sz="2400"/>
              <a:t>ı</a:t>
            </a:r>
            <a:r>
              <a:rPr lang="en-US" altLang="en-US" sz="2400"/>
              <a:t>yor.</a:t>
            </a:r>
            <a:endParaRPr lang="en-US" altLang="en-US" sz="2400"/>
          </a:p>
          <a:p>
            <a:r>
              <a:rPr lang="en-US" altLang="en-US" sz="2400"/>
              <a:t>Program ak</a:t>
            </a:r>
            <a:r>
              <a:rPr lang="" altLang="en-US" sz="2400"/>
              <a:t>ışı</a:t>
            </a:r>
            <a:r>
              <a:rPr lang="en-US" altLang="en-US" sz="2400"/>
              <a:t> genel olarak bu </a:t>
            </a:r>
            <a:r>
              <a:rPr lang="" altLang="en-US" sz="2400"/>
              <a:t>ş</a:t>
            </a:r>
            <a:r>
              <a:rPr lang="en-US" altLang="en-US" sz="2400"/>
              <a:t>ekilde ilerliyor.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Class &amp; Object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82600" y="1905635"/>
            <a:ext cx="8204200" cy="3046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Bu projede nesne yönelimli programlama kullandık.</a:t>
            </a:r>
            <a:endParaRPr sz="2400"/>
          </a:p>
          <a:p>
            <a:endParaRPr sz="2400"/>
          </a:p>
          <a:p>
            <a:r>
              <a:rPr sz="2400"/>
              <a:t>Class, bir şablondur; örneğin Ilac, Hasta ve Recete.</a:t>
            </a:r>
            <a:endParaRPr sz="2400"/>
          </a:p>
          <a:p>
            <a:endParaRPr sz="2400"/>
          </a:p>
          <a:p>
            <a:r>
              <a:rPr sz="2400"/>
              <a:t>Object ise bu class’lardan üretilen gerçek veridir.</a:t>
            </a:r>
            <a:endParaRPr sz="2400"/>
          </a:p>
          <a:p>
            <a:endParaRPr sz="2400"/>
          </a:p>
          <a:p>
            <a:r>
              <a:rPr sz="2400"/>
              <a:t>Mesela Ilac i1 dediğimizde, Ilac sınıfından bir nesne oluşturmuş oluyoruz.”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</a:t>
            </a:r>
            <a:r>
              <a:rPr lang="tr-TR" altLang="en-US"/>
              <a:t>ı</a:t>
            </a:r>
            <a:r>
              <a:rPr lang="en-US" altLang="tr-TR"/>
              <a:t>n</a:t>
            </a:r>
            <a:r>
              <a:rPr lang="tr-TR" altLang="en-US"/>
              <a:t>ı</a:t>
            </a:r>
            <a:r>
              <a:rPr lang="en-US" altLang="tr-TR"/>
              <a:t>f Yap</a:t>
            </a:r>
            <a:r>
              <a:rPr lang="tr-TR" altLang="en-US"/>
              <a:t>ı</a:t>
            </a:r>
            <a:r>
              <a:rPr lang="en-US" altLang="tr-TR"/>
              <a:t>m</a:t>
            </a:r>
            <a:r>
              <a:rPr lang="tr-TR" altLang="en-US"/>
              <a:t>ı</a:t>
            </a:r>
            <a:endParaRPr lang="tr-TR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64515" y="1420495"/>
            <a:ext cx="7867650" cy="2776220"/>
          </a:xfrm>
          <a:prstGeom prst="rect">
            <a:avLst/>
          </a:prstGeom>
        </p:spPr>
        <p:txBody>
          <a:bodyPr>
            <a:noAutofit/>
          </a:bodyPr>
          <a:p>
            <a:r>
              <a:rPr sz="2400"/>
              <a:t>Projede üç temel entity sınıfımız var.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sz="2400"/>
              <a:t>Ilac sınıfı; ilaç bilgilerini ve stok durumunu tutar.</a:t>
            </a:r>
            <a:endParaRPr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sz="2400"/>
              <a:t>Hasta sınıfı; hastaya ait temel bilgileri içerir.</a:t>
            </a:r>
            <a:endParaRPr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sz="2400"/>
              <a:t>Recete sınıfı ise hasta ile ilacı ilişkilendirir.</a:t>
            </a:r>
            <a:endParaRPr sz="2400"/>
          </a:p>
          <a:p>
            <a:endParaRPr sz="2400"/>
          </a:p>
          <a:p>
            <a:r>
              <a:rPr sz="2400"/>
              <a:t> Bu sınıfların görevi sadece veriyi taşımak ve dosyaya yazılacak formatı oluşturmaktır.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Manager S</a:t>
            </a:r>
            <a:r>
              <a:rPr lang="" altLang="en-US"/>
              <a:t>ı</a:t>
            </a:r>
            <a:r>
              <a:rPr lang="en-US" altLang="en-US"/>
              <a:t>n</a:t>
            </a:r>
            <a:r>
              <a:rPr lang="" altLang="en-US"/>
              <a:t>ı</a:t>
            </a:r>
            <a:r>
              <a:rPr lang="en-US" altLang="en-US"/>
              <a:t>flar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89280" y="1459865"/>
            <a:ext cx="8154670" cy="424815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400"/>
              <a:t>Entity sınıflar sadece veri tutar, asıl iş Manager sınıflar tarafından yapılır.</a:t>
            </a:r>
            <a:endParaRPr sz="2400"/>
          </a:p>
          <a:p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IlacManager, ilaç ekleme, listeleme, stok artırma–azaltma ve dosya işlemlerini yönetir.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/>
              <a:t>ReceteManager ise reçete oluşturma, reçete listeleme ve reçete sırasında stok kontrolünü yapar.</a:t>
            </a:r>
            <a:endParaRPr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sz="2400"/>
          </a:p>
          <a:p>
            <a:r>
              <a:rPr sz="2400"/>
              <a:t>Yani iş kuralları bu sınıflarda yer alır.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Reçete Oluşturma Akışı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32130" y="1457960"/>
            <a:ext cx="7852410" cy="4825365"/>
          </a:xfrm>
          <a:prstGeom prst="rect">
            <a:avLst/>
          </a:prstGeom>
        </p:spPr>
        <p:txBody>
          <a:bodyPr>
            <a:noAutofit/>
          </a:bodyPr>
          <a:p>
            <a:r>
              <a:rPr sz="2400"/>
              <a:t>Reçete oluşturma süreci sistemin en kritik kısmıdır.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sz="2400"/>
              <a:t> Önce hastalar listelenir ve hasta seçilir.</a:t>
            </a:r>
            <a:endParaRPr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sz="2400"/>
              <a:t> Sonra ilaçlar listelenir ve ilaç seçilir.</a:t>
            </a:r>
            <a:endParaRPr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sz="2400"/>
              <a:t> Sistem stok kontrolü yapar; stok yoksa işlem iptal edilir.</a:t>
            </a:r>
            <a:endParaRPr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sz="2400"/>
              <a:t> Stok varsa reçete kaydedilir ve ilacın stoğu bir azaltılır.</a:t>
            </a:r>
            <a:endParaRPr sz="2400"/>
          </a:p>
          <a:p>
            <a:pPr marL="342900" indent="-342900">
              <a:buFont typeface="Wingdings" panose="05000000000000000000" charset="0"/>
              <a:buChar char="ü"/>
            </a:pPr>
            <a:endParaRPr sz="2400"/>
          </a:p>
          <a:p>
            <a:r>
              <a:rPr sz="2400"/>
              <a:t> Bu şekilde hem iş kuralı hem de veri güncelleme aynı anda yapılmış olur.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Dosya Yönetimi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05790" y="1367790"/>
            <a:ext cx="8008620" cy="334137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400"/>
              <a:t>Veriler veritabanı yerine TXT dosyalarında tutuluyor.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sz="2400"/>
              <a:t>Listeleme işlemlerinde dosyadan veri okunup ekrana yazdırılıyor.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sz="2400"/>
              <a:t> Ekleme işlemlerinde yeni nesne oluşturulup dosyaya kaydediliyor.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sz="2400"/>
              <a:t> Reçete oluşturulduğunda ise hem receteler.txt dosyasına kayıt yapılıyor hem de ilaclar.txt dosyasında stok güncelleniyor.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Planı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7200" y="1938020"/>
            <a:ext cx="8114030" cy="442404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§"/>
            </a:pPr>
            <a:r>
              <a:rPr sz="2400"/>
              <a:t> İlk olarak program açıldığında ana menü ekrana geliyor.</a:t>
            </a:r>
            <a:endParaRPr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sz="2400"/>
              <a:t> Menüden sırasıyla; önce ilaç ekleme, sonra hasta ekleme işlemini yapıyorum.</a:t>
            </a:r>
            <a:endParaRPr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sz="2400"/>
              <a:t> Ardından reçete oluşturma seçeneğini kullanarak bir hastaya ilaç tanımlıyorum.</a:t>
            </a:r>
            <a:endParaRPr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sz="2400"/>
              <a:t> Bu esnada sistem stok kontrolü yapıyor ve işlem başarılı olursa stoğu otomatik olarak güncelliyor.</a:t>
            </a:r>
            <a:endParaRPr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sz="2400"/>
              <a:t> Demo sırasında programın menü yapısını ve adım adım işleyişini görebilirsiniz.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81025" y="1398905"/>
            <a:ext cx="7860665" cy="4838700"/>
          </a:xfrm>
          <a:prstGeom prst="rect">
            <a:avLst/>
          </a:prstGeom>
        </p:spPr>
        <p:txBody>
          <a:bodyPr>
            <a:noAutofit/>
          </a:bodyPr>
          <a:p>
            <a:r>
              <a:rPr sz="2400"/>
              <a:t>Sonuç olarak bu projede, nesne yönelimli programlama prensiplerine uygun, sade ve anlaşılır bir eczane yönetim sistemi geliştirdik.</a:t>
            </a:r>
            <a:endParaRPr sz="2400"/>
          </a:p>
          <a:p>
            <a:endParaRPr sz="2400"/>
          </a:p>
          <a:p>
            <a:r>
              <a:rPr sz="2400"/>
              <a:t> İlaç, hasta ve reçete süreçleri birbirine bağlı ama kontrollü şekilde yönetildi.</a:t>
            </a:r>
            <a:endParaRPr sz="2400"/>
          </a:p>
          <a:p>
            <a:endParaRPr sz="2400"/>
          </a:p>
          <a:p>
            <a:r>
              <a:rPr sz="2400"/>
              <a:t> TXT dosyaları kullanılarak verilerin kalıcılığı sağlandı ve stok takibi güvenli hale getirildi.</a:t>
            </a:r>
            <a:endParaRPr sz="2400"/>
          </a:p>
          <a:p>
            <a:endParaRPr sz="2400"/>
          </a:p>
          <a:p>
            <a:r>
              <a:rPr sz="2400"/>
              <a:t> Proje, yazılım inşası dersinde öğrenilen analiz, tasarım ve kodlama adımlarını uygulamalı olarak göstermektedir.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00" y="3260090"/>
            <a:ext cx="8895715" cy="95313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“Sunumum bu kadardı. Dinlediğiniz için teşekkür ederim.”</a:t>
            </a:r>
            <a:endParaRPr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4796</Words>
  <Application>WPS Presentation</Application>
  <PresentationFormat>On-screen Show (4:3)</PresentationFormat>
  <Paragraphs>133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Communications and Dialogues</vt:lpstr>
      <vt:lpstr>Yazılım İnşası Projesi</vt:lpstr>
      <vt:lpstr>Proje Amacı</vt:lpstr>
      <vt:lpstr>Kullanılan Teknolojiler</vt:lpstr>
      <vt:lpstr>Sistem Aktörü</vt:lpstr>
      <vt:lpstr>Ana Fonksiyonlar</vt:lpstr>
      <vt:lpstr>Program Akışı</vt:lpstr>
      <vt:lpstr>Sınıf Yapısı</vt:lpstr>
      <vt:lpstr>Class &amp; Object</vt:lpstr>
      <vt:lpstr>PowerPoint 演示文稿</vt:lpstr>
      <vt:lpstr>Reçete Oluşturma Akışı</vt:lpstr>
      <vt:lpstr>Dosya Yönetimi</vt:lpstr>
      <vt:lpstr>Demo Planı</vt:lpstr>
      <vt:lpstr>Sonuç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maryamtaskin1818</cp:lastModifiedBy>
  <cp:revision>4</cp:revision>
  <dcterms:created xsi:type="dcterms:W3CDTF">2013-01-27T09:14:00Z</dcterms:created>
  <dcterms:modified xsi:type="dcterms:W3CDTF">2025-12-31T15:53:13Z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D78309E9E7824DDA9A94B54E72755CC1_12</vt:lpwstr>
  </property>
  <property fmtid="{D5CDD505-2E9C-101B-9397-08002B2CF9AE}" pid="3" name="KSOProductBuildVer">
    <vt:lpwstr>1033-12.2.0.23196</vt:lpwstr>
  </property>
</Properties>
</file>